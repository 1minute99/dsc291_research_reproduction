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246dd9cfb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246dd9cfb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f87185e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f87185e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246dd9cfb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246dd9cfb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f6324d6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f6324d6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2ca7619c6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2ca7619c6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2ca7619c6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2ca7619c6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46dd9cfb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46dd9cfb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ca7619c6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2ca7619c6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46dd9cfb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46dd9cfb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2ca7619c66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2ca7619c6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46dd9cfb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46dd9cfb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246dd9cfb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246dd9cfb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ca7619c66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2ca7619c6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d1560a4a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cd1560a4a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d0f24fb6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d0f24fb6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46dd9cfb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246dd9cfb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d1560a4a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cd1560a4a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d1560a4a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cd1560a4a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d1560a4a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cd1560a4a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cd1560a4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cd1560a4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2ca7619c66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2ca7619c6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cd1560a4a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cd1560a4a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246dd9cfb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246dd9cfb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369600"/>
            <a:ext cx="1801751" cy="3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2"/>
                </a:solidFill>
              </a:defRPr>
            </a:lvl1pPr>
            <a:lvl2pPr lvl="1" algn="r">
              <a:buNone/>
              <a:defRPr>
                <a:solidFill>
                  <a:schemeClr val="dk2"/>
                </a:solidFill>
              </a:defRPr>
            </a:lvl2pPr>
            <a:lvl3pPr lvl="2" algn="r">
              <a:buNone/>
              <a:defRPr>
                <a:solidFill>
                  <a:schemeClr val="dk2"/>
                </a:solidFill>
              </a:defRPr>
            </a:lvl3pPr>
            <a:lvl4pPr lvl="3" algn="r">
              <a:buNone/>
              <a:defRPr>
                <a:solidFill>
                  <a:schemeClr val="dk2"/>
                </a:solidFill>
              </a:defRPr>
            </a:lvl4pPr>
            <a:lvl5pPr lvl="4" algn="r">
              <a:buNone/>
              <a:defRPr>
                <a:solidFill>
                  <a:schemeClr val="dk2"/>
                </a:solidFill>
              </a:defRPr>
            </a:lvl5pPr>
            <a:lvl6pPr lvl="5" algn="r">
              <a:buNone/>
              <a:defRPr>
                <a:solidFill>
                  <a:schemeClr val="dk2"/>
                </a:solidFill>
              </a:defRPr>
            </a:lvl6pPr>
            <a:lvl7pPr lvl="6" algn="r">
              <a:buNone/>
              <a:defRPr>
                <a:solidFill>
                  <a:schemeClr val="dk2"/>
                </a:solidFill>
              </a:defRPr>
            </a:lvl7pPr>
            <a:lvl8pPr lvl="7" algn="r">
              <a:buNone/>
              <a:defRPr>
                <a:solidFill>
                  <a:schemeClr val="dk2"/>
                </a:solidFill>
              </a:defRPr>
            </a:lvl8pPr>
            <a:lvl9pPr lvl="8" algn="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4774200"/>
            <a:ext cx="440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DSC 291/190 SP’26 Trustworthy Machine Learning</a:t>
            </a:r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document/d/1GM8PCWFtUNP-EHHL2MsD8No6XeWHynN8OUQtMn6Ale8/edit?usp=sharing" TargetMode="External"/><Relationship Id="rId4" Type="http://schemas.openxmlformats.org/officeDocument/2006/relationships/hyperlink" Target="https://www.gradescope.com/courses/1013147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Instructions:</a:t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1152475"/>
            <a:ext cx="8520600" cy="3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">
                <a:solidFill>
                  <a:srgbClr val="980000"/>
                </a:solidFill>
              </a:rPr>
              <a:t>Please do not edit this template, instead use “File -&gt; Make a Copy” to save it to your workspace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Before your presentation: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Project Instruction document</a:t>
            </a:r>
            <a:r>
              <a:rPr lang="en"/>
              <a:t> (under Project Rubric → Rehearsal)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Rehearse with partner group and fill out the rehearsal feedback form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your presentation: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Slides, report, code &amp; rehearsal feedback form are due </a:t>
            </a:r>
            <a:r>
              <a:rPr b="1" lang="en"/>
              <a:t>June 9th 11:59PM</a:t>
            </a:r>
            <a:r>
              <a:rPr lang="en"/>
              <a:t> on 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Gradescope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Topic 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834125"/>
            <a:ext cx="8520600" cy="12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number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members name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66000" y="1629450"/>
            <a:ext cx="9144000" cy="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Paper [A]: </a:t>
            </a:r>
            <a:endParaRPr sz="1900"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132000" y="4242200"/>
            <a:ext cx="90120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/>
              <a:t>[A] Author et al., citation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1: Introduction &amp; Motivation</a:t>
            </a:r>
            <a:endParaRPr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Overview of the field/topic </a:t>
            </a:r>
            <a:endParaRPr sz="25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Introduce the topic 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problem that this paper is trying to solve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this problem important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this topic is important and why do people care?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discuss applications etc.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2: Related works</a:t>
            </a:r>
            <a:endParaRPr/>
          </a:p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existing approaches to solve this problem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Summarize from the section of “background/related works” in the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also check out the references that are cited (“cross-reference”) to see if the paper described the reference accurately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Describe how prior work solve the problem and how their approaches different from this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a comparison table - pros &amp; cons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Generally, ~2-3 slides for related works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3: Main methods</a:t>
            </a:r>
            <a:endParaRPr/>
          </a:p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ideas of this paper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this paper propose a new formulation or new method?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it’s a new formulation, how is it different from existing formulation? And how do the authors propose to solve this new formulation? Outline the formulations and proposed 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it’s a new method, how is it “novel”/”new” from </a:t>
            </a:r>
            <a:r>
              <a:rPr lang="en"/>
              <a:t>existing</a:t>
            </a:r>
            <a:r>
              <a:rPr lang="en"/>
              <a:t> techniques? Outline the formulation and the new method proposed by the authors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Generally, ~5-7 slides for this section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4: Experiment</a:t>
            </a:r>
            <a:endParaRPr/>
          </a:p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E</a:t>
            </a:r>
            <a:r>
              <a:rPr lang="en" sz="2500"/>
              <a:t>xperimental setup</a:t>
            </a:r>
            <a:endParaRPr sz="2500"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datasets/benchmarks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baselines methods that this paper compared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evaluation metric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results of this paper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Generally, ~3-4 slides for this section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reproduction 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 what you get v.s. What the paper reported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Generally 4-8 pages to report your reproduced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Describe how you setup the code, and what experiments you are running, and what are the results you got and how do they compare to what the paper reported?  </a:t>
            </a:r>
            <a:endParaRPr/>
          </a:p>
        </p:txBody>
      </p:sp>
      <p:sp>
        <p:nvSpPr>
          <p:cNvPr id="144" name="Google Shape;144;p27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Experiments (Optional)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 </a:t>
            </a:r>
            <a:r>
              <a:rPr lang="en"/>
              <a:t>experiments/analyses you did on top of the reproduction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Generally 2-4 pages to report your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Describe how you setup the code, what new experiments you ran, their relevance and what additional information they provide?</a:t>
            </a:r>
            <a:endParaRPr/>
          </a:p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5: Concluding remarks</a:t>
            </a:r>
            <a:endParaRPr/>
          </a:p>
        </p:txBody>
      </p:sp>
      <p:sp>
        <p:nvSpPr>
          <p:cNvPr id="157" name="Google Shape;157;p29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&amp; Take away message</a:t>
            </a:r>
            <a:endParaRPr/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6: Discussion</a:t>
            </a:r>
            <a:endParaRPr/>
          </a:p>
        </p:txBody>
      </p:sp>
      <p:sp>
        <p:nvSpPr>
          <p:cNvPr id="170" name="Google Shape;170;p31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you like and not like about this paper</a:t>
            </a:r>
            <a:endParaRPr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 &amp; Weakness of this paper</a:t>
            </a:r>
            <a:endParaRPr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this paper</a:t>
            </a:r>
            <a:endParaRPr/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Summarize the limitations of the paper and your reasoning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someone addressed these limitations in the literature already?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check the papers that cite this paper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use google scholar to search with keywords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Future work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challenges that still remain? </a:t>
            </a:r>
            <a:endParaRPr/>
          </a:p>
        </p:txBody>
      </p:sp>
      <p:sp>
        <p:nvSpPr>
          <p:cNvPr id="195" name="Google Shape;195;p35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6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